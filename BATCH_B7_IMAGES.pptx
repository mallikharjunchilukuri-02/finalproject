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sldIdLst>
    <p:sldId id="256" r:id="rId3"/>
    <p:sldId id="278" r:id="rId4"/>
    <p:sldId id="257" r:id="rId5"/>
    <p:sldId id="260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9" r:id="rId26"/>
    <p:sldId id="280" r:id="rId27"/>
    <p:sldId id="281" r:id="rId28"/>
    <p:sldId id="304" r:id="rId29"/>
    <p:sldId id="282" r:id="rId30"/>
    <p:sldId id="283" r:id="rId31"/>
    <p:sldId id="284" r:id="rId32"/>
    <p:sldId id="285" r:id="rId33"/>
    <p:sldId id="305" r:id="rId34"/>
    <p:sldId id="306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8" r:id="rId47"/>
    <p:sldId id="299" r:id="rId48"/>
    <p:sldId id="302" r:id="rId49"/>
    <p:sldId id="303" r:id="rId50"/>
    <p:sldId id="308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1T04:00:23.9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4706 2008 24575,'0'17'0,"1"-13"0,0 0 0,-1 0 0,0-1 0,0 1 0,0 0 0,0 0 0,0 0 0,-1 0 0,0-1 0,0 1 0,0 0 0,-2 4 0,2-8 0,1 0 0,-1 0 0,0-1 0,1 1 0,-1 0 0,0 0 0,0-1 0,1 1 0,-1 0 0,1-1 0,-1 1 0,0-1 0,1 1 0,-1-1 0,1 1 0,-1-1 0,1 1 0,-1-1 0,1 0 0,0 1 0,-1-1 0,1 1 0,0-1 0,-1 0 0,1 0 0,0 1 0,0-1 0,-1-1 0,-9-22 0,4 2 0,0-1 0,2 0 0,0 0 0,0-26 0,4-98 0,2 81 0,-2 52 0,-1 4 0,1 1 0,1-1 0,0 1 0,3-17 0,-4 26 0,0 1 0,0-1 0,0 0 0,0 0 0,0 0 0,0 0 0,0 0 0,1 0 0,-1 1 0,0-1 0,0 0 0,0 0 0,0 0 0,0 0 0,0 0 0,0 0 0,0 0 0,0 0 0,1 0 0,-1 1 0,0-1 0,0 0 0,0 0 0,0 0 0,0 0 0,0 0 0,0 0 0,1 0 0,-1 0 0,0 0 0,0 0 0,0 0 0,0 0 0,0 0 0,1 0 0,-1 0 0,0 0 0,0 0 0,0 0 0,0 0 0,0 0 0,0 0 0,1 0 0,-1 0 0,0-1 0,0 1 0,0 0 0,0 0 0,0 0 0,0 0 0,0 0 0,0 0 0,1 0 0,-1 0 0,0 0 0,0-1 0,2 10 0,1 0 0,-2 0 0,1 0 0,-1 0 0,0 0 0,-2 14 0,2 9 0,9 516 0,-8-438 0,-3-95 0,0-35 0,-8-167 0,-9 0 0,-70-316 0,86 496 0,-2-12 0,-1 1 0,-1-1 0,0 2 0,-11-21 0,10 30 0,1 11 0,2 9 0,0 0 0,1 0 0,1 0 0,0 0 0,1 0 0,0 15 0,-2 2 0,-57 481 0,25-296 0,-46 243 0,76-434 0,-12 50 0,16-69 0,-1 1 0,0-1 0,0 0 0,0 0 0,0 0 0,-1 0 0,0 0 0,1 0 0,-1 0 0,-1-1 0,1 0 0,-7 6 0,9-8 0,-1 0 0,1 0 0,-1-1 0,0 1 0,0 0 0,0 0 0,1-1 0,-1 1 0,0-1 0,0 0 0,0 0 0,0 1 0,0-1 0,0 0 0,0-1 0,0 1 0,1 0 0,-5-1 0,3-1 0,-1 1 0,1-1 0,-1 0 0,1 0 0,0 0 0,-1 0 0,1 0 0,1-1 0,-4-2 0,-5-8 0,0 0 0,1 0 0,-12-23 0,22 35 0,-24-43 0,2-1 0,2-1 0,-24-84 0,-25-158 0,50 202 0,-31-239 0,15 81 0,32 227 0,2 6 0,-1 1 0,0 0 0,0-1 0,-1 1 0,0 0 0,-1 0 0,-8-15 0,11 24 0,1 1 0,0 0 0,0 0 0,0 0 0,0 0 0,0 0 0,0-1 0,-1 1 0,1 0 0,0 0 0,0 0 0,0 0 0,0 0 0,0 0 0,-1 0 0,1 0 0,0 0 0,0-1 0,0 1 0,-1 0 0,1 0 0,0 0 0,0 0 0,0 0 0,0 0 0,-1 0 0,1 0 0,0 0 0,0 0 0,0 1 0,-1-1 0,1 0 0,0 0 0,0 0 0,0 0 0,0 0 0,-1 0 0,1 0 0,0 0 0,0 1 0,-7 11 0,-2 19 0,-8 43 0,3-11 0,-23 83 0,-99 242 0,125-360 0,-28 59 0,35-80 0,-1 0 0,1 0 0,-1 0 0,0 0 0,-1-1 0,0 0 0,0 0 0,-10 8 0,14-13 0,1 0 0,0 0 0,0-1 0,0 1 0,0 0 0,-1-1 0,1 1 0,0-1 0,0 1 0,-1-1 0,1 0 0,0 0 0,-1 1 0,1-1 0,0 0 0,-1 0 0,1 0 0,0-1 0,-1 1 0,1 0 0,0 0 0,-1-1 0,1 1 0,0-1 0,-1 1 0,1-1 0,0 1 0,0-1 0,-1-1 0,-2-1 0,0-1 0,0 0 0,1 0 0,0 0 0,-1-1 0,2 1 0,-5-9 0,-20-48 0,2 0 0,-29-119 0,23 74 0,-96-267 0,112 341 0,9 23 0,5 12 0,71 766 0,-67-684 0,-3-83 0,0 0 0,0 0 0,-1 0 0,1 0 0,0 0 0,0 0 0,-1 0 0,0 0 0,1 0 0,-1 0 0,0-1 0,0 1 0,0 0 0,0 0 0,0-1 0,-2 3 0,3-4 0,-1 1 0,1-1 0,-1 0 0,1 0 0,0 0 0,-1 0 0,1 0 0,-1 0 0,1 0 0,-1 0 0,1 0 0,-1 0 0,1 0 0,0 0 0,-1 0 0,1 0 0,-1 0 0,1 0 0,-1-1 0,1 1 0,0 0 0,-1 0 0,1 0 0,-1-1 0,1 1 0,-16-19 0,-7-22 0,3-1 0,-24-69 0,38 97 0,-190-671 0,161 540 0,7 47 0,17 81 0,11 16 0,0 1 0,-1 0 0,1 0 0,0 0 0,0 0 0,-1 0 0,1 0 0,0 0 0,0 0 0,-1 0 0,1 0 0,0 0 0,0 0 0,-1 0 0,1 0 0,0 0 0,0 0 0,-1 0 0,1 0 0,0 0 0,0 0 0,-1 0 0,1 0 0,0 1 0,0-1 0,-1 0 0,1 0 0,0 0 0,0 0 0,0 1 0,-1-1 0,1 0 0,0 0 0,0 0 0,0 1 0,0-1 0,0 0 0,-1 0 0,1 1 0,0-1 0,0 0 0,-3 9 0,1-1 0,0 0 0,0 1 0,0-1 0,1 16 0,-10 410 0,11-264 0,0-148-2,-7 410-505,-30-7 34,35-402 473,-1 0 0,-1-1 0,-2 1 0,0-1 0,-1 0 0,-17 35 0,23-54 0,-1 0 0,0 0 0,0 0 0,0 0 0,0-1 0,0 1 0,0-1 0,-1 0 0,1 0 0,-1 0 0,0 0 0,1 0 0,-1 0 0,0-1 0,-4 3 0,4-4 0,1 0 0,-1 1 0,0-1 0,1 0 0,-1 0 0,1-1 0,-1 1 0,0-1 0,1 1 0,-1-1 0,1 0 0,-1 0 0,1 0 0,-1 0 0,1 0 0,0 0 0,-1-1 0,1 1 0,0-1 0,-3-3 0,-6-4 0,2-1 0,-1 0 0,1 0 0,1-1 0,0-1 0,1 1 0,-7-15 0,-41-97 0,44 95 0,-156-401 287,29-14 245,138 443-532,-28-136 163,91 985-163,-62-760 0,-1-87 0,0 0 0,0 0 0,0 0 0,0 0 0,-1 0 0,1 0 0,-1 0 0,0 0 0,1 0 0,-1 0 0,-2 3 0,3-5 0,-1 0 0,1 1 0,0-1 0,-1 0 0,1 0 0,0 0 0,-1 0 0,1 1 0,0-1 0,-1 0 0,1 0 0,0 0 0,-1 0 0,1 0 0,-1 0 0,1 0 0,0 0 0,-1 0 0,1 0 0,0-1 0,-1 1 0,1 0 0,-1 0 0,1 0 0,0 0 0,-1 0 0,1-1 0,0 1 0,-1 0 0,1 0 0,0-1 0,0 1 0,-1 0 0,1 0 0,0-1 0,-1 1 0,-5-8 0,0 0 0,0-1 0,-8-16 0,-29-62-107,-62-182 0,-6-112-375,80 268 317,-109-415-207,136 510 372,7 29 0,12 48 0,15 106 0,69 689-670,-59 6 0,-39-806 704,10 205 779,-5-203-519,-3-49-281,-2-40-19,-5-109 6,-6-545-875,45-3 247,-7 480 1328,-19 160-632,3 0 0,18-49-1,-28 94-68,-1 1 0,1-1 1,-1 0-1,1 1 0,1-1 0,-1 1 0,1 0 0,-1 0 0,1 0 0,1 0 0,-1 0 0,5-3 1,-8 6 1,1 1 0,0 0-1,-1 0 1,1 0 0,0-1 0,0 1 0,-1 0 0,1 0 0,0 0 0,0 0 0,-1 0 0,1 0 0,0 0 0,-1 1 0,1-1 0,0 0 0,0 0 0,-1 1 0,1-1 0,0 0-1,-1 1 1,1-1 0,0 0 0,-1 1 0,1-1 0,-1 1 0,1-1 0,0 2 0,2 2 18,1 0-1,-2 0 1,1 0-1,0 1 1,-1-1-1,0 1 1,2 5-1,13 37 280,-2 1-1,16 97 1,-1 110 411,-29-239-706,37 992-584,-40-962 581,1-46 0,1 0 0,0 0 0,0 0 0,0 0 0,0 0 0,0-1 0,0 1 0,0 0 0,-1 0 0,1 0 0,0 0 0,0 0 0,0 0 0,0 0 0,0 0 0,-1 0 0,1 0 0,0 0 0,0 0 0,0 0 0,0 0 0,-1 0 0,1 0 0,0 0 0,0 0 0,0 0 0,0 0 0,0 0 0,-1 0 0,1 0 0,0 0 0,0 0 0,0 0 0,0 1 0,0-1 0,0 0 0,0 0 0,-1 0 0,1 0 0,0 0 0,0 0 0,0 0 0,0 1 0,0-1 0,0 0 0,0 0 0,0 0 0,0 0 0,0 0 0,0 1 0,0-1 0,0 0 0,-1 0 0,1 0 0,-17-65 0,8 23 0,-53-198 280,-41-143 277,81 315-557,-87-317 0,103 340 0,8 40 0,2 11 0,4 13 0,-2 0 0,6 31 0,2 6 0,322 1118-752,-297-1061 752,-38-109 0,0-1 0,1 0 0,-1 1 0,1-1 0,0 0 0,0 0 0,3 4 0,-4-7 0,-1 0 0,0 0 0,0 1 0,1-1 0,-1 0 0,0 0 0,0 0 0,1 0 0,-1 1 0,0-1 0,1 0 0,-1 0 0,0 0 0,0 0 0,1 0 0,-1 0 0,0 0 0,1 0 0,-1 0 0,0 0 0,1 0 0,-1 0 0,0 0 0,1 0 0,-1 0 0,0 0 0,0 0 0,1 0 0,-1 0 0,0-1 0,1 1 0,-1 0 0,0 0 0,0 0 0,1-1 0,-1 1 0,0 0 0,0 0 0,0 0 0,1-1 0,-1 1 0,0 0 0,0-1 0,4-6 0,-1-1 0,-1 1 0,0-1 0,0 0 0,1-9 0,1 0 0,153-581 0,-110 461 0,5 3 0,96-176 0,-134 284 157,1 2 0,0-1-1,29-31 1,-43 54-150,1 0 1,0 0-1,-1 0 1,1 0-1,0 1 1,0-1-1,0 0 1,1 1-1,-1 0 1,0 0-1,1-1 0,-1 1 1,0 1-1,1-1 1,-1 0-1,1 1 1,-1-1-1,1 1 1,0 0-1,3-1 1,-3 2-11,1 0 1,0 1-1,-1-1 1,1 1 0,-1-1-1,0 1 1,0 0-1,0 0 1,0 0-1,0 1 1,0-1 0,5 6-1,3 5 3,0 0 0,-1 0 0,-1 1 0,0 0 0,-1 1 0,0 0 0,-1 0 0,7 23 0,1 15 0,11 64 0,-20-85 0,4 30 0,-13-44 0,-6-26 0,-14-39 0,-16-68 0,4-1 0,-37-242 0,51 185 0,4-276 0,17 385 0,7-131 0,-5 173 0,0 9 0,-1 1 0,-1-1 0,1 0 0,-3-13 0,2 23 0,-1 0 0,1 1 0,-1-1 0,0 0 0,1 0 0,-1 1 0,-1-1 0,1 1 0,0-1 0,0 1 0,-1-1 0,0 1 0,1 0 0,-1-1 0,0 1 0,0 0 0,0 0 0,0 1 0,-1-1 0,1 0 0,-1 1 0,1-1 0,-6-1 0,1 1 0,0 1 0,0 0 0,-1 0 0,1 0 0,0 1 0,-1 0 0,1 1 0,-8 1 0,-442 85 0,300-50-164,-118 23-18,-614 150-734,674-147 731,2 8-1,-211 104 1,341-130 185,81-44 0,0-1 0,0 1 0,1 0 0,-1 1 0,0-1 0,1 0 0,-1 0 0,1 1 0,-1-1 0,1 1 0,0-1 0,0 1 0,-1-1 0,1 1 0,0 0 0,0 0 0,1-1 0,-2 3 0,3-2 0,0-1 0,-1 0 0,1 0 0,0 0 0,0 0 0,0 0 0,0 0 0,0 0 0,0 0 0,0 0 0,0 0 0,1 0 0,-1-1 0,0 1 0,0 0 0,1-1 0,-1 1 0,0-1 0,1 0 0,-1 1 0,0-1 0,1 0 0,2 0 0,42 9 312,0-3-1,1-2 1,59-2-1,-59-1-117,-42-1-186,517-6 362,-476 2-370,-1-2 0,-1-1 0,1-3 0,80-29 0,-93 26 0,0-1 0,-1-2 0,-1-1 0,-1-1 0,0-1 0,-2-2 0,29-27 0,-43 34 0,-1 0 0,0-1 0,-1 0 0,0-1 0,11-25 0,35-90 0,-22 46 0,51-82 0,-53 107 0,50-123 0,1-128 322,-24 72-2009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1T04:00:27.6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72 917 24575,'1'-111'0,"0"-53"0,-23-191 0,12 261 0,-15-82 0,25 176 0,0-1 0,1 0 0,-1 0 0,0 1 0,-1-1 0,1 0 0,0 1 0,0-1 0,0 0 0,0 1 0,0-1 0,-1 0 0,1 1 0,0-1 0,-1 0 0,1 1 0,0-1 0,-1 1 0,1-1 0,-1 1 0,1-1 0,-1 1 0,1-1 0,-1 1 0,1-1 0,-2 1 0,-4 21 0,4 29 0,1 1 0,3-1 0,15 94 0,-3-23 0,1 128 0,-15-244 0,0 0 0,0 1 0,0-1 0,1 0 0,0 0 0,0 1 0,1-1 0,3 8 0,-4-11 0,0 0 0,1 0 0,-1 0 0,1 0 0,0-1 0,0 1 0,-1 0 0,1-1 0,0 1 0,0-1 0,1 0 0,-1 1 0,0-1 0,0 0 0,1 0 0,-1-1 0,0 1 0,1 0 0,-1-1 0,5 1 0,15 1 0,1-1 0,-1-1 0,1-1 0,-1 0 0,42-10 0,-16 0 0,75-30 0,-33 6 0,-34 11 0,2 3 0,0 2 0,93-18 0,-41 27 0,199 6 0,-152 7 0,-140-4 0,1 1 0,0 1 0,0 1 0,-1 0 0,1 1 0,-1 1 0,0 1 0,0 0 0,-1 2 0,1-1 0,19 13 0,18 11 0,-42-25 0,0 1 0,0 1 0,-1 0 0,0 0 0,0 1 0,16 17 0,-16-12 0,-1 1 0,0 0 0,-1 1 0,-1 0 0,7 17 0,26 82 0,-2-6 0,-38-106 0,-1 0 0,1 0 0,-1-1 0,1 1 0,0 0 0,0 0 0,0-1 0,0 1 0,0-1 0,0 1 0,0-1 0,1 1 0,-1-1 0,1 0 0,-1 0 0,0 1 0,1-1 0,0 0 0,2 1 0,-4-2 0,1 0 0,0 0 0,-1-1 0,1 1 0,-1 0 0,1 0 0,-1-1 0,1 1 0,-1 0 0,1-1 0,-1 1 0,1 0 0,-1-1 0,1 1 0,-1-1 0,1 1 0,-1 0 0,0-1 0,1 1 0,-1-1 0,1 0 0,9-25 0,62-297 0,-61 291 0,-11 32 0,0 0 0,0 0 0,0-1 0,0 1 0,0 0 0,0 0 0,0 0 0,0 0 0,0-1 0,0 1 0,0 0 0,1 0 0,-1 0 0,0 0 0,0-1 0,0 1 0,0 0 0,0 0 0,0 0 0,0 0 0,0 0 0,1 0 0,-1-1 0,0 1 0,0 0 0,0 0 0,0 0 0,0 0 0,1 0 0,-1 0 0,0 0 0,0 0 0,0 0 0,0 0 0,1 0 0,-1 0 0,0 0 0,0 0 0,0 0 0,0 0 0,1 0 0,-1 0 0,0 0 0,0 0 0,0 0 0,0 0 0,1 0 0,-1 0 0,0 0 0,0 0 0,0 0 0,0 0 0,1 0 0,-1 0 0,0 1 0,0-1 0,5 14 0,0 23 0,-5-23 0,4 149 0,-5-137 0,-1 0 0,-2 0 0,0 0 0,-10 31 0,13-52-52,-1-1-1,1 1 1,-1 0-1,0-1 1,-1 1-1,1-1 1,-1 0-1,0 0 1,0 0-1,0 0 1,-1 0-1,1 0 1,-1-1-1,0 0 1,0 0-1,0 0 1,0 0-1,-1-1 1,1 1-1,-1-1 0,1 0 1,-1-1-1,0 1 1,0-1-1,-8 2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26165-4AEC-594D-FCC9-2379A5BBB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72C1A-5DF6-8DE2-4A35-DDB8C1EA48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6D287-DBA5-FEC0-58F3-9DB4FC39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A6109-9BBD-44DF-B3F3-787904B5FECB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EC40-500C-B790-7350-3580CB084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68D0C-E7C3-5258-0D91-662759B87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D419-A2BC-469B-B724-ED5E12B3A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497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DC1D6-5A65-2C91-C50B-B8819599F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46E16-54FD-261D-3D7F-64C8CF36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F41EC-0886-B914-4403-35282B945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A6109-9BBD-44DF-B3F3-787904B5FECB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0528B-00E8-E6E6-0A68-F323B1CE5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2B642-BA70-974E-7475-D45D3F046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D419-A2BC-469B-B724-ED5E12B3A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339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2A6E9-916D-6D4B-8377-5D00B35F9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47DC8-1BA9-6F07-FFBA-7B40D3FB0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1DE3E-8B21-62A2-E7C5-339F9B6C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A6109-9BBD-44DF-B3F3-787904B5FECB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63E74-D8A8-BFBB-80F9-6C378F7D1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2A1F6-E642-4E28-FD91-C2FC1F41F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D419-A2BC-469B-B724-ED5E12B3A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5241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7754C-A215-3A64-22C1-6E083380E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67DDE-A76D-CEE7-FCD1-0C45024FB2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CB02A5-D3F4-0E20-42C4-5F2D97DFB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72479-C51F-7A34-3067-1CE0E3CAB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A6109-9BBD-44DF-B3F3-787904B5FECB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D7BA9-DC6F-D7E3-D4A5-451F178D0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CC88A-309B-2BE7-2A72-7612284BA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D419-A2BC-469B-B724-ED5E12B3A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425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B8FB-E3F7-F9B0-3EE8-3EAEA5098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C7AEA-D678-704C-267B-B1B1A26F2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22D470-2820-8F4E-F3E2-9BE4ACB67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388BE2-7963-E2E0-C69F-B5A9D7247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33FD37-1DA7-071D-DB5B-E4529086E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AD343-8B41-611E-3F42-07CAC565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A6109-9BBD-44DF-B3F3-787904B5FECB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EC5900-00DE-3F08-1A9C-3F0BE69A2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DE72C9-31E1-705E-A06C-2FCD9774F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D419-A2BC-469B-B724-ED5E12B3A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827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7BB79-7809-7D2D-C899-05587EB4A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496044-05FC-F5E3-18E9-1B439F0CA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A6109-9BBD-44DF-B3F3-787904B5FECB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DDDCC7-5067-AE30-2094-D7C92E11B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780664-7CD5-C4AB-0813-B250E1649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D419-A2BC-469B-B724-ED5E12B3A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097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878183-883E-71A0-2ECC-030324A91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A6109-9BBD-44DF-B3F3-787904B5FECB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18FE1D-A348-E803-3F05-BD5622569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7D79F3-B0C5-A25F-80C7-9B013F293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D419-A2BC-469B-B724-ED5E12B3A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350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01E-8068-9F91-61BB-55CEC3635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C36C1-E4EF-E356-2A3B-9991C0248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5C500-64C1-6F53-9734-0B818874B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34778-29A8-6EBE-CB21-37D591ED9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A6109-9BBD-44DF-B3F3-787904B5FECB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F7CD8-D110-B281-CCFF-C6566B5B0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E64294-D13D-A343-F0C7-3FF393398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D419-A2BC-469B-B724-ED5E12B3A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46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17A96-92B1-C7DB-B972-4D4E44E91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6BB7F2-0529-A5E8-33DE-E08EB739C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FB3E7-67DA-9D35-F954-4F23F1877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AE77D-CA17-D675-51C7-4D9C26FF7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A6109-9BBD-44DF-B3F3-787904B5FECB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F353B-A88F-AAAE-691E-F962A4B71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BD5BC-A520-BB93-24E8-94CA79E39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D419-A2BC-469B-B724-ED5E12B3A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3FF49-4BC2-7129-E1AF-4D7DC16FA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D3F916-353F-3E90-AA58-BDB889221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1D94E-FC9E-AD28-4EBD-5FE37622A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A6109-9BBD-44DF-B3F3-787904B5FECB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1A12E-9370-EA70-8146-D485D24C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04503-A72C-1B1F-9142-90721D0CE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D419-A2BC-469B-B724-ED5E12B3A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055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623EA1-9E96-F872-4B2A-A7BA71CAE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0BC252-241D-24D3-EF51-DE7E12B6A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4F0F3-41D7-2DF5-D56A-7B685280E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A6109-9BBD-44DF-B3F3-787904B5FECB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E26C9-3357-E4F0-5687-B174776E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63135-1855-EF7D-F494-F4B539315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DD419-A2BC-469B-B724-ED5E12B3A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725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7C990D-4120-FC62-117D-D4C949194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BB01-3B85-4812-A6E0-91207A24151F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78D9F0-8960-B136-08E6-3DFF229EB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54043-FCDE-0BF6-715D-65C9C61C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80907-E5FE-4150-B72C-71DEB90BD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949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05A3-A262-DBCA-773C-6B70DB1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0BD67-7D11-07E0-C025-13AAA1229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D076DF-E2DA-44AF-888B-27151E05E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BB01-3B85-4812-A6E0-91207A24151F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8BA63-EE2F-7A7E-E8DB-C29659B18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73D37-5DB2-D719-5A4A-92BA691B4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80907-E5FE-4150-B72C-71DEB90BD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027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5B337-2B1A-A7E1-0680-6827EC151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A586F8-306C-4E5B-D160-536D5FA40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FCFF6-DDEB-D890-A1A6-B70A365C9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BB01-3B85-4812-A6E0-91207A24151F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C4197-2A4C-AF72-BB77-A9188D2DF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B4092-9F2E-2FC7-7359-EB0348E4E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80907-E5FE-4150-B72C-71DEB90BD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398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EBB58-F8E5-2B76-99BA-003E99186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1B829-9439-06DB-8DB3-6E4ADC0E0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E8A27-0F31-BE65-8138-AD8201613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EA6109-9BBD-44DF-B3F3-787904B5FECB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F80EF-9FA0-5F01-F0A4-58641C3061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9BF81-D126-A711-EA03-946F9FA79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9DD419-A2BC-469B-B724-ED5E12B3A7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986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51" r:id="rId3"/>
    <p:sldLayoutId id="2147483652" r:id="rId4"/>
    <p:sldLayoutId id="2147483653" r:id="rId5"/>
    <p:sldLayoutId id="2147483654" r:id="rId6"/>
    <p:sldLayoutId id="2147483663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642D67-4049-70A1-12E5-7F4B598FB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D8819-74D2-B60F-E719-562B1CCD7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B9D91-0EE4-1205-4CC2-DF4060FA65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09BB01-3B85-4812-A6E0-91207A24151F}" type="datetimeFigureOut">
              <a:rPr lang="en-IN" smtClean="0"/>
              <a:t>19-04-2024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E6149-5483-2986-DF19-81D059EA1D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D1F96-F0F7-BE9D-2D24-77CC3071DA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280907-E5FE-4150-B72C-71DEB90BD8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37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0" r:id="rId2"/>
    <p:sldLayoutId id="214748364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5.png"/><Relationship Id="rId4" Type="http://schemas.openxmlformats.org/officeDocument/2006/relationships/customXml" Target="../ink/ink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3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 shot of a graph&#10;&#10;Description automatically generated">
            <a:extLst>
              <a:ext uri="{FF2B5EF4-FFF2-40B4-BE49-F238E27FC236}">
                <a16:creationId xmlns:a16="http://schemas.microsoft.com/office/drawing/2014/main" id="{1E821509-507B-AE54-883F-1AD97E456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245" y="1585912"/>
            <a:ext cx="5731510" cy="36861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7810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5415CD-F155-5BE3-D074-CB51816A2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805" y="2064902"/>
            <a:ext cx="6340389" cy="272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773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C9498946-02CA-00FC-1887-D99F568E6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245" y="1908175"/>
            <a:ext cx="5731510" cy="3041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9488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9E5824-229E-7983-D468-41A59C9F0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245" y="1806893"/>
            <a:ext cx="5731510" cy="32442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6814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red and green squares&#10;&#10;Description automatically generated">
            <a:extLst>
              <a:ext uri="{FF2B5EF4-FFF2-40B4-BE49-F238E27FC236}">
                <a16:creationId xmlns:a16="http://schemas.microsoft.com/office/drawing/2014/main" id="{EA825A22-E7CB-C460-E98F-158552366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245" y="1864678"/>
            <a:ext cx="5731510" cy="31286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3650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60E7D93-7D5D-BD94-4E43-0D8CC8E27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941" y="0"/>
            <a:ext cx="8606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26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96527F-D597-EEA2-EEF9-F2A88E9B7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643" y="2701227"/>
            <a:ext cx="2918713" cy="14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26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F8B228-7426-C358-0CC7-BBCEA6B05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581" y="2636451"/>
            <a:ext cx="6210838" cy="158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591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CB06B5-BAED-3B50-AA56-42FCCFF3A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022" y="1923919"/>
            <a:ext cx="2491956" cy="30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918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FD4CF6-F77F-32AB-09B2-2AE22B8DE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029" y="0"/>
            <a:ext cx="40919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61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7BE1C8-170B-FF84-EE54-F444FACF8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234" y="1420956"/>
            <a:ext cx="5433531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925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FE6872-3467-4C02-A41E-4D5D4604A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716" y="1721972"/>
            <a:ext cx="4930567" cy="341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104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C45CC4-4F65-A93E-011E-42364863E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97" y="1211388"/>
            <a:ext cx="1920406" cy="44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573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66C17C-2BAB-978B-4C83-7CE10C6DB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136" y="967526"/>
            <a:ext cx="8161727" cy="49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219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9D9E4F-E76D-DEC0-5FE3-5DBA5FCDC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119" y="952285"/>
            <a:ext cx="8321761" cy="495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068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9A943B-725F-B7D3-8E87-DE2C98E7C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247" y="2129677"/>
            <a:ext cx="3063505" cy="259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99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60A9C5-2E88-738E-D049-E777C711B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005" y="2335435"/>
            <a:ext cx="2651990" cy="218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467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24E737-416E-4E48-2A20-EDD5F31A1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198" y="1268543"/>
            <a:ext cx="4427604" cy="4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29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9200F2-A2D8-0B59-1FE5-6E0BCA091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750" y="1173284"/>
            <a:ext cx="4610500" cy="4511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11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C14D4C-69F0-ED32-5055-A542EFB56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647" y="1188526"/>
            <a:ext cx="4686706" cy="448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314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93DC30-7D56-D760-175F-024419C4C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974" y="464563"/>
            <a:ext cx="4740051" cy="592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47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2D8384-E2F5-4B14-A6CB-A67CF6E7FF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2" t="1497" r="2014" b="1379"/>
          <a:stretch/>
        </p:blipFill>
        <p:spPr>
          <a:xfrm>
            <a:off x="8205216" y="1257300"/>
            <a:ext cx="3875151" cy="43891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B5AA33-8AD1-0DD0-E330-4F7926B216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50" t="891" r="3558" b="1821"/>
          <a:stretch/>
        </p:blipFill>
        <p:spPr>
          <a:xfrm>
            <a:off x="454913" y="1264920"/>
            <a:ext cx="3875151" cy="43891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8148FC-F8E4-CB36-27BF-E0B0A330EF7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11" t="935" r="4643" b="1454"/>
          <a:stretch/>
        </p:blipFill>
        <p:spPr>
          <a:xfrm>
            <a:off x="4330064" y="1264920"/>
            <a:ext cx="3875152" cy="437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44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A3F738-69C9-770B-AA85-26ADD66F0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3653" y="1188526"/>
            <a:ext cx="4282811" cy="448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9181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359E5824-229E-7983-D468-41A59C9F07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24" y="84344"/>
            <a:ext cx="11731752" cy="668426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BDF3CE-AF67-0598-4F7D-70854C34847C}"/>
              </a:ext>
            </a:extLst>
          </p:cNvPr>
          <p:cNvSpPr txBox="1"/>
          <p:nvPr/>
        </p:nvSpPr>
        <p:spPr>
          <a:xfrm>
            <a:off x="4471416" y="1655064"/>
            <a:ext cx="72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P1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B835A0-8B7A-393B-D383-5B48D710D0BD}"/>
              </a:ext>
            </a:extLst>
          </p:cNvPr>
          <p:cNvSpPr txBox="1"/>
          <p:nvPr/>
        </p:nvSpPr>
        <p:spPr>
          <a:xfrm>
            <a:off x="7335014" y="1655064"/>
            <a:ext cx="72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P2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AE3572-89BA-668D-C68C-3A0B7D204E61}"/>
              </a:ext>
            </a:extLst>
          </p:cNvPr>
          <p:cNvSpPr txBox="1"/>
          <p:nvPr/>
        </p:nvSpPr>
        <p:spPr>
          <a:xfrm>
            <a:off x="4358640" y="5018270"/>
            <a:ext cx="72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N1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1EF45D-F1F4-BFC8-E8C1-6E40C2F68303}"/>
              </a:ext>
            </a:extLst>
          </p:cNvPr>
          <p:cNvSpPr txBox="1"/>
          <p:nvPr/>
        </p:nvSpPr>
        <p:spPr>
          <a:xfrm>
            <a:off x="7248144" y="5018270"/>
            <a:ext cx="72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N2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7284CE-CD24-F6B2-4F21-003F4845A93B}"/>
              </a:ext>
            </a:extLst>
          </p:cNvPr>
          <p:cNvSpPr txBox="1"/>
          <p:nvPr/>
        </p:nvSpPr>
        <p:spPr>
          <a:xfrm>
            <a:off x="9744456" y="3429000"/>
            <a:ext cx="72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N3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8A97F9-F377-D3C5-3C18-32482388DBCA}"/>
              </a:ext>
            </a:extLst>
          </p:cNvPr>
          <p:cNvSpPr txBox="1"/>
          <p:nvPr/>
        </p:nvSpPr>
        <p:spPr>
          <a:xfrm>
            <a:off x="1642872" y="3429000"/>
            <a:ext cx="72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N4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6AD7DF-9649-67F5-C3D9-A5264C8649AC}"/>
              </a:ext>
            </a:extLst>
          </p:cNvPr>
          <p:cNvSpPr txBox="1"/>
          <p:nvPr/>
        </p:nvSpPr>
        <p:spPr>
          <a:xfrm>
            <a:off x="2849880" y="2904744"/>
            <a:ext cx="1347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OUTPUT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2370DD-E6F3-5E0E-2AA4-4D3552DF198C}"/>
              </a:ext>
            </a:extLst>
          </p:cNvPr>
          <p:cNvSpPr txBox="1"/>
          <p:nvPr/>
        </p:nvSpPr>
        <p:spPr>
          <a:xfrm>
            <a:off x="8214360" y="2791968"/>
            <a:ext cx="1347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OUTPUT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C1D9F0-E283-B216-BE7D-7889B4A6209E}"/>
              </a:ext>
            </a:extLst>
          </p:cNvPr>
          <p:cNvSpPr txBox="1"/>
          <p:nvPr/>
        </p:nvSpPr>
        <p:spPr>
          <a:xfrm>
            <a:off x="4616198" y="685038"/>
            <a:ext cx="1347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VDD= 1.1V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81F7E7-48D3-88B5-E1A2-B27AF4CD1EB1}"/>
              </a:ext>
            </a:extLst>
          </p:cNvPr>
          <p:cNvSpPr txBox="1"/>
          <p:nvPr/>
        </p:nvSpPr>
        <p:spPr>
          <a:xfrm>
            <a:off x="789432" y="4145280"/>
            <a:ext cx="1347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INPUT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14E510-87F8-DA38-7DFD-3D360E0A7C32}"/>
              </a:ext>
            </a:extLst>
          </p:cNvPr>
          <p:cNvSpPr txBox="1"/>
          <p:nvPr/>
        </p:nvSpPr>
        <p:spPr>
          <a:xfrm>
            <a:off x="10055352" y="4019550"/>
            <a:ext cx="1347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INPUT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44BD4A-173F-398D-EA7D-DCDCA03EE7CA}"/>
              </a:ext>
            </a:extLst>
          </p:cNvPr>
          <p:cNvSpPr txBox="1"/>
          <p:nvPr/>
        </p:nvSpPr>
        <p:spPr>
          <a:xfrm>
            <a:off x="938784" y="1327404"/>
            <a:ext cx="1347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INPUT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291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2D3D16-DBBD-E5D7-53C9-A806FF715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638" y="788441"/>
            <a:ext cx="9266723" cy="528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3894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F26A96-679C-F563-9BAD-CFBFFAFEE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8311977"/>
              </p:ext>
            </p:extLst>
          </p:nvPr>
        </p:nvGraphicFramePr>
        <p:xfrm>
          <a:off x="2260600" y="774530"/>
          <a:ext cx="6023864" cy="470374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816">
                  <a:extLst>
                    <a:ext uri="{9D8B030D-6E8A-4147-A177-3AD203B41FA5}">
                      <a16:colId xmlns:a16="http://schemas.microsoft.com/office/drawing/2014/main" val="4097884586"/>
                    </a:ext>
                  </a:extLst>
                </a:gridCol>
                <a:gridCol w="2484337">
                  <a:extLst>
                    <a:ext uri="{9D8B030D-6E8A-4147-A177-3AD203B41FA5}">
                      <a16:colId xmlns:a16="http://schemas.microsoft.com/office/drawing/2014/main" val="2155019405"/>
                    </a:ext>
                  </a:extLst>
                </a:gridCol>
                <a:gridCol w="2471711">
                  <a:extLst>
                    <a:ext uri="{9D8B030D-6E8A-4147-A177-3AD203B41FA5}">
                      <a16:colId xmlns:a16="http://schemas.microsoft.com/office/drawing/2014/main" val="37919034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SNO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TRANSISTOR/PORT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563976"/>
                  </a:ext>
                </a:extLst>
              </a:tr>
              <a:tr h="670222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P1, P2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WIDTH =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120N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818182"/>
                  </a:ext>
                </a:extLst>
              </a:tr>
              <a:tr h="322750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N1, N2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WIDTH =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120N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638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N3, N4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WIDTH =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240N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383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 V PULSE)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(V1=1.1V, V2=0V)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 VOLTAGE  = 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1.1v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            = 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40ns</a:t>
                      </a: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 TIME   = 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1ps</a:t>
                      </a: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RISE TIME       = 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1ps</a:t>
                      </a: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FALL TIME       = 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1ps</a:t>
                      </a:r>
                    </a:p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PULSE WIDTH = 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20ns</a:t>
                      </a:r>
                    </a:p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755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BLB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 PULSE)</a:t>
                      </a:r>
                    </a:p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(V1=0V, V2=1.1V)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075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WL (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VDC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 VOLTAGE = 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1.1v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941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69086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A6B159-42AD-F54D-86C8-139A79BBC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699" y="1443818"/>
            <a:ext cx="5090601" cy="39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7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3E1C5-5D23-2EE7-ED0B-DB31744C5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613" y="2769813"/>
            <a:ext cx="5006774" cy="13183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91A948C-C99B-A3AD-44A7-CF3685927704}"/>
              </a:ext>
            </a:extLst>
          </p:cNvPr>
          <p:cNvSpPr txBox="1"/>
          <p:nvPr/>
        </p:nvSpPr>
        <p:spPr>
          <a:xfrm>
            <a:off x="2276856" y="4718304"/>
            <a:ext cx="3364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 240n</a:t>
            </a:r>
          </a:p>
          <a:p>
            <a:endParaRPr lang="en-IN" dirty="0"/>
          </a:p>
          <a:p>
            <a:r>
              <a:rPr lang="en-IN" dirty="0"/>
              <a:t>Memory unit 120n</a:t>
            </a:r>
          </a:p>
        </p:txBody>
      </p:sp>
    </p:spTree>
    <p:extLst>
      <p:ext uri="{BB962C8B-B14F-4D97-AF65-F5344CB8AC3E}">
        <p14:creationId xmlns:p14="http://schemas.microsoft.com/office/powerpoint/2010/main" val="36398009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4C796D-14AE-ED6D-A475-2FCFC5BBC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613" y="2621210"/>
            <a:ext cx="5006774" cy="16155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405316-EB69-0012-7C02-C8773C14BE8C}"/>
              </a:ext>
            </a:extLst>
          </p:cNvPr>
          <p:cNvSpPr txBox="1"/>
          <p:nvPr/>
        </p:nvSpPr>
        <p:spPr>
          <a:xfrm>
            <a:off x="2697480" y="5367528"/>
            <a:ext cx="279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All 240n</a:t>
            </a:r>
          </a:p>
        </p:txBody>
      </p:sp>
    </p:spTree>
    <p:extLst>
      <p:ext uri="{BB962C8B-B14F-4D97-AF65-F5344CB8AC3E}">
        <p14:creationId xmlns:p14="http://schemas.microsoft.com/office/powerpoint/2010/main" val="36478796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E7EB4F-307E-2129-5656-B7277B227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613" y="2579296"/>
            <a:ext cx="5006774" cy="16994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9D7CC5-09E6-EBE1-0CC7-79E49E1FBF74}"/>
              </a:ext>
            </a:extLst>
          </p:cNvPr>
          <p:cNvSpPr txBox="1"/>
          <p:nvPr/>
        </p:nvSpPr>
        <p:spPr>
          <a:xfrm>
            <a:off x="3300984" y="5632704"/>
            <a:ext cx="6126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Acc</a:t>
            </a:r>
            <a:r>
              <a:rPr lang="en-IN" dirty="0"/>
              <a:t> 120n</a:t>
            </a:r>
          </a:p>
          <a:p>
            <a:r>
              <a:rPr lang="en-IN" dirty="0"/>
              <a:t>Memory unit 240n</a:t>
            </a:r>
          </a:p>
        </p:txBody>
      </p:sp>
    </p:spTree>
    <p:extLst>
      <p:ext uri="{BB962C8B-B14F-4D97-AF65-F5344CB8AC3E}">
        <p14:creationId xmlns:p14="http://schemas.microsoft.com/office/powerpoint/2010/main" val="37066400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2B99B0-0FCE-4DCA-F001-184BDFB0C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233" y="2266849"/>
            <a:ext cx="4991533" cy="23243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C8890E-5C1B-A8EA-3F19-62E20B1E4BB8}"/>
              </a:ext>
            </a:extLst>
          </p:cNvPr>
          <p:cNvSpPr txBox="1"/>
          <p:nvPr/>
        </p:nvSpPr>
        <p:spPr>
          <a:xfrm>
            <a:off x="2505456" y="5303520"/>
            <a:ext cx="4837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All 120n</a:t>
            </a:r>
          </a:p>
        </p:txBody>
      </p:sp>
    </p:spTree>
    <p:extLst>
      <p:ext uri="{BB962C8B-B14F-4D97-AF65-F5344CB8AC3E}">
        <p14:creationId xmlns:p14="http://schemas.microsoft.com/office/powerpoint/2010/main" val="10405277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BC6D48-9281-B7C6-A288-B33B7B865C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3279"/>
          <a:stretch/>
        </p:blipFill>
        <p:spPr>
          <a:xfrm>
            <a:off x="1016619" y="2525690"/>
            <a:ext cx="5006774" cy="13183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C50C97-96DC-8DE7-5D8E-A2DC82B803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2422"/>
          <a:stretch/>
        </p:blipFill>
        <p:spPr>
          <a:xfrm>
            <a:off x="1016619" y="1207316"/>
            <a:ext cx="5006774" cy="13183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729DE9-743D-5AD7-88F3-8307D486AD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8396"/>
          <a:stretch/>
        </p:blipFill>
        <p:spPr>
          <a:xfrm>
            <a:off x="6023393" y="1207316"/>
            <a:ext cx="5006774" cy="13183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38F48B-DDF6-4F1D-9AED-84C1D02D10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3393" y="2525690"/>
            <a:ext cx="5006774" cy="131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1483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D32B1D-AA92-6EA9-63F2-C6C85E361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964" y="2240177"/>
            <a:ext cx="8436071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348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C1638BB-DFBF-D050-E059-A15CFFA9B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533" y="976766"/>
            <a:ext cx="6340389" cy="272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968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D14817-AFFD-2934-DDB4-46A0F63C1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182" y="2705037"/>
            <a:ext cx="5029636" cy="14479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30DFFC-114D-10D5-A4C8-5F8EDCDB00CE}"/>
              </a:ext>
            </a:extLst>
          </p:cNvPr>
          <p:cNvSpPr txBox="1"/>
          <p:nvPr/>
        </p:nvSpPr>
        <p:spPr>
          <a:xfrm>
            <a:off x="1536192" y="4828032"/>
            <a:ext cx="8257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DELAY BL AND Q</a:t>
            </a:r>
          </a:p>
        </p:txBody>
      </p:sp>
    </p:spTree>
    <p:extLst>
      <p:ext uri="{BB962C8B-B14F-4D97-AF65-F5344CB8AC3E}">
        <p14:creationId xmlns:p14="http://schemas.microsoft.com/office/powerpoint/2010/main" val="8407134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D08BF3-45C5-503D-ABF7-5AD5D40E6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699" y="2731709"/>
            <a:ext cx="5090601" cy="13945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D2D8B5-FB05-9813-3C80-FC527E55754E}"/>
              </a:ext>
            </a:extLst>
          </p:cNvPr>
          <p:cNvSpPr txBox="1"/>
          <p:nvPr/>
        </p:nvSpPr>
        <p:spPr>
          <a:xfrm>
            <a:off x="2130552" y="5047488"/>
            <a:ext cx="6656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DELAY FOR BL AND QB</a:t>
            </a:r>
          </a:p>
        </p:txBody>
      </p:sp>
    </p:spTree>
    <p:extLst>
      <p:ext uri="{BB962C8B-B14F-4D97-AF65-F5344CB8AC3E}">
        <p14:creationId xmlns:p14="http://schemas.microsoft.com/office/powerpoint/2010/main" val="21452463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01743-6370-DFFD-6E1D-E2E0DA6F1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182" y="2720278"/>
            <a:ext cx="5029636" cy="14174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0CCB72-00B3-D491-9C00-70A5CF0F1DA2}"/>
              </a:ext>
            </a:extLst>
          </p:cNvPr>
          <p:cNvSpPr txBox="1"/>
          <p:nvPr/>
        </p:nvSpPr>
        <p:spPr>
          <a:xfrm>
            <a:off x="1371600" y="4654296"/>
            <a:ext cx="9729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DELAY BLB AND AB</a:t>
            </a:r>
          </a:p>
        </p:txBody>
      </p:sp>
    </p:spTree>
    <p:extLst>
      <p:ext uri="{BB962C8B-B14F-4D97-AF65-F5344CB8AC3E}">
        <p14:creationId xmlns:p14="http://schemas.microsoft.com/office/powerpoint/2010/main" val="27530788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67169F-8B46-A882-4083-C31102DC85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r="25047" b="11224"/>
          <a:stretch/>
        </p:blipFill>
        <p:spPr>
          <a:xfrm>
            <a:off x="2595473" y="1792223"/>
            <a:ext cx="3741319" cy="12921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DBD2E9-3EE8-AEF3-955A-C217420566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25279" b="8839"/>
          <a:stretch/>
        </p:blipFill>
        <p:spPr>
          <a:xfrm>
            <a:off x="6336793" y="1792223"/>
            <a:ext cx="3758184" cy="12921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5B3D94-3080-4D24-CAFB-1D2A1D7E3E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4538" b="7344"/>
          <a:stretch/>
        </p:blipFill>
        <p:spPr>
          <a:xfrm>
            <a:off x="6253509" y="500070"/>
            <a:ext cx="3841467" cy="12921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9831D9-0DCF-B095-F6E2-CE1BF37F5E6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5614" b="10758"/>
          <a:stretch/>
        </p:blipFill>
        <p:spPr>
          <a:xfrm>
            <a:off x="2595473" y="500070"/>
            <a:ext cx="3741319" cy="12921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EFDEE7-41E1-BD2E-1E96-9E69CC165E64}"/>
              </a:ext>
            </a:extLst>
          </p:cNvPr>
          <p:cNvSpPr txBox="1"/>
          <p:nvPr/>
        </p:nvSpPr>
        <p:spPr>
          <a:xfrm>
            <a:off x="4556760" y="952500"/>
            <a:ext cx="122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BL AND Q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7ECD70-279A-44CB-DEB2-16482EFFEC9E}"/>
              </a:ext>
            </a:extLst>
          </p:cNvPr>
          <p:cNvSpPr txBox="1"/>
          <p:nvPr/>
        </p:nvSpPr>
        <p:spPr>
          <a:xfrm>
            <a:off x="8519160" y="9525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BL AND Q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AF7527-689F-8798-DFDA-FA7586E486A1}"/>
              </a:ext>
            </a:extLst>
          </p:cNvPr>
          <p:cNvSpPr txBox="1"/>
          <p:nvPr/>
        </p:nvSpPr>
        <p:spPr>
          <a:xfrm>
            <a:off x="8519160" y="2162294"/>
            <a:ext cx="7307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BLB AND QB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2DBCC2-676B-A5B9-A094-1C35032AFD61}"/>
              </a:ext>
            </a:extLst>
          </p:cNvPr>
          <p:cNvSpPr txBox="1"/>
          <p:nvPr/>
        </p:nvSpPr>
        <p:spPr>
          <a:xfrm>
            <a:off x="4217557" y="2139333"/>
            <a:ext cx="18784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BLB AND Q</a:t>
            </a:r>
          </a:p>
        </p:txBody>
      </p:sp>
    </p:spTree>
    <p:extLst>
      <p:ext uri="{BB962C8B-B14F-4D97-AF65-F5344CB8AC3E}">
        <p14:creationId xmlns:p14="http://schemas.microsoft.com/office/powerpoint/2010/main" val="6099963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32026C-7ADB-D5F3-F13A-CBECDCA95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342" y="2125867"/>
            <a:ext cx="7567316" cy="2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018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DA3EA1-B703-D455-B364-CD89A606D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315" y="2750761"/>
            <a:ext cx="2423370" cy="13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551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F8E894-EB8D-C7A2-A72C-E808559B8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986" y="2331625"/>
            <a:ext cx="1928027" cy="219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1979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BDD80A-1A6F-CFE1-1768-07C95A69C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073" y="2697416"/>
            <a:ext cx="2453853" cy="146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7975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7EA6BB-C9C3-EADE-484A-3498D44ED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675" y="2929846"/>
            <a:ext cx="1714649" cy="99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706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056643-E1F1-6219-3DBF-90D1747EE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762" y="2316383"/>
            <a:ext cx="1798476" cy="22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6627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7B78DF1-29E6-AC4F-B559-1759D1614055}"/>
                  </a:ext>
                </a:extLst>
              </p14:cNvPr>
              <p14:cNvContentPartPr/>
              <p14:nvPr/>
            </p14:nvContentPartPr>
            <p14:xfrm>
              <a:off x="2768256" y="1453176"/>
              <a:ext cx="1695240" cy="1266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7B78DF1-29E6-AC4F-B559-1759D161405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05256" y="1390176"/>
                <a:ext cx="1820880" cy="139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D258235-56C6-D6F9-956D-3C2FDA8CBAA4}"/>
                  </a:ext>
                </a:extLst>
              </p14:cNvPr>
              <p14:cNvContentPartPr/>
              <p14:nvPr/>
            </p14:nvContentPartPr>
            <p14:xfrm>
              <a:off x="3640896" y="1864656"/>
              <a:ext cx="759240" cy="413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D258235-56C6-D6F9-956D-3C2FDA8CBAA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77896" y="1802016"/>
                <a:ext cx="884880" cy="53928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97475EF-40A5-5672-A7CE-ABC276A74D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8256" y="3077781"/>
            <a:ext cx="5502117" cy="2491956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34BAF9-605C-B88D-8A9F-3A20C470B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517790"/>
              </p:ext>
            </p:extLst>
          </p:nvPr>
        </p:nvGraphicFramePr>
        <p:xfrm>
          <a:off x="2032000" y="719666"/>
          <a:ext cx="8128000" cy="18145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29351828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470252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(nm)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(nano watt)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471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519.7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77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59.580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2648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30.68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41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5874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641764E-9BD0-7B62-5C5A-C53D8EC31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775165"/>
              </p:ext>
            </p:extLst>
          </p:nvPr>
        </p:nvGraphicFramePr>
        <p:xfrm>
          <a:off x="2123440" y="1396322"/>
          <a:ext cx="8128000" cy="3114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344">
                  <a:extLst>
                    <a:ext uri="{9D8B030D-6E8A-4147-A177-3AD203B41FA5}">
                      <a16:colId xmlns:a16="http://schemas.microsoft.com/office/drawing/2014/main" val="2637174663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175455140"/>
                    </a:ext>
                  </a:extLst>
                </a:gridCol>
                <a:gridCol w="2137664">
                  <a:extLst>
                    <a:ext uri="{9D8B030D-6E8A-4147-A177-3AD203B41FA5}">
                      <a16:colId xmlns:a16="http://schemas.microsoft.com/office/drawing/2014/main" val="4182696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2257115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0837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617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</a:t>
                      </a:r>
                    </a:p>
                    <a:p>
                      <a:pPr algn="ctr"/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IN" sz="18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nano watts</a:t>
                      </a: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28.05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45nm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9921958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 </a:t>
                      </a:r>
                    </a:p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nano seconds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BL vs Q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1.442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96333"/>
                  </a:ext>
                </a:extLst>
              </a:tr>
              <a:tr h="27305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BL vs QB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7.073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089089"/>
                  </a:ext>
                </a:extLst>
              </a:tr>
              <a:tr h="18034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BLB vs Q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1.351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5893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BLB vs QB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6.983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110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</a:t>
                      </a:r>
                    </a:p>
                    <a:p>
                      <a:pPr algn="l"/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IN" sz="1800" b="1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square nanometres</a:t>
                      </a: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11.155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982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11019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10C39D-2471-859E-793F-F0AAD3E72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986" y="1225296"/>
            <a:ext cx="1928027" cy="33010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B72DAC9-726A-98A7-4589-CAF58F22F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101" y="1225296"/>
            <a:ext cx="1714649" cy="99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095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C9C240-8EFF-0737-4603-74D5903B9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006" y="2430693"/>
            <a:ext cx="3093988" cy="19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8281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A589241-43EC-9CD9-569C-0494FEBFE5CE}"/>
              </a:ext>
            </a:extLst>
          </p:cNvPr>
          <p:cNvGraphicFramePr>
            <a:graphicFrameLocks noGrp="1"/>
          </p:cNvGraphicFramePr>
          <p:nvPr/>
        </p:nvGraphicFramePr>
        <p:xfrm>
          <a:off x="430862" y="112770"/>
          <a:ext cx="11163043" cy="36280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259">
                  <a:extLst>
                    <a:ext uri="{9D8B030D-6E8A-4147-A177-3AD203B41FA5}">
                      <a16:colId xmlns:a16="http://schemas.microsoft.com/office/drawing/2014/main" val="3353243398"/>
                    </a:ext>
                  </a:extLst>
                </a:gridCol>
                <a:gridCol w="1932962">
                  <a:extLst>
                    <a:ext uri="{9D8B030D-6E8A-4147-A177-3AD203B41FA5}">
                      <a16:colId xmlns:a16="http://schemas.microsoft.com/office/drawing/2014/main" val="3502788714"/>
                    </a:ext>
                  </a:extLst>
                </a:gridCol>
                <a:gridCol w="1432694">
                  <a:extLst>
                    <a:ext uri="{9D8B030D-6E8A-4147-A177-3AD203B41FA5}">
                      <a16:colId xmlns:a16="http://schemas.microsoft.com/office/drawing/2014/main" val="2910838624"/>
                    </a:ext>
                  </a:extLst>
                </a:gridCol>
                <a:gridCol w="1004674">
                  <a:extLst>
                    <a:ext uri="{9D8B030D-6E8A-4147-A177-3AD203B41FA5}">
                      <a16:colId xmlns:a16="http://schemas.microsoft.com/office/drawing/2014/main" val="2099935483"/>
                    </a:ext>
                  </a:extLst>
                </a:gridCol>
                <a:gridCol w="2005236">
                  <a:extLst>
                    <a:ext uri="{9D8B030D-6E8A-4147-A177-3AD203B41FA5}">
                      <a16:colId xmlns:a16="http://schemas.microsoft.com/office/drawing/2014/main" val="3330733455"/>
                    </a:ext>
                  </a:extLst>
                </a:gridCol>
                <a:gridCol w="858084">
                  <a:extLst>
                    <a:ext uri="{9D8B030D-6E8A-4147-A177-3AD203B41FA5}">
                      <a16:colId xmlns:a16="http://schemas.microsoft.com/office/drawing/2014/main" val="3508239720"/>
                    </a:ext>
                  </a:extLst>
                </a:gridCol>
                <a:gridCol w="1936874">
                  <a:extLst>
                    <a:ext uri="{9D8B030D-6E8A-4147-A177-3AD203B41FA5}">
                      <a16:colId xmlns:a16="http://schemas.microsoft.com/office/drawing/2014/main" val="3806624865"/>
                    </a:ext>
                  </a:extLst>
                </a:gridCol>
                <a:gridCol w="802260">
                  <a:extLst>
                    <a:ext uri="{9D8B030D-6E8A-4147-A177-3AD203B41FA5}">
                      <a16:colId xmlns:a16="http://schemas.microsoft.com/office/drawing/2014/main" val="2785021861"/>
                    </a:ext>
                  </a:extLst>
                </a:gridCol>
              </a:tblGrid>
              <a:tr h="328901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SNO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TECHNOLOGY (nm)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VOLTAGE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TRANSISTOR SIZE</a:t>
                      </a:r>
                    </a:p>
                    <a:p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027369"/>
                  </a:ext>
                </a:extLst>
              </a:tr>
              <a:tr h="538389">
                <a:tc rowSpan="9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9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V1(BL)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TRANSISTORS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240n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 VOLTAGE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 V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405937"/>
                  </a:ext>
                </a:extLst>
              </a:tr>
              <a:tr h="3076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40n 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76278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 TIME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1p 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528113"/>
                  </a:ext>
                </a:extLst>
              </a:tr>
              <a:tr h="47856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V2(BL)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897540"/>
                  </a:ext>
                </a:extLst>
              </a:tr>
              <a:tr h="3076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RISE TIME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1p 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0789343"/>
                  </a:ext>
                </a:extLst>
              </a:tr>
              <a:tr h="17707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 CUPLED INVERTERS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120n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FALL TIME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1p 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402269"/>
                  </a:ext>
                </a:extLst>
              </a:tr>
              <a:tr h="18868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V1(BLB)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2393156"/>
                  </a:ext>
                </a:extLst>
              </a:tr>
              <a:tr h="43688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PULSE WIDTH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20n 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995332"/>
                  </a:ext>
                </a:extLst>
              </a:tr>
              <a:tr h="3076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V2(BLB)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04248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1EF5C3-CF39-2B41-1841-03D42636D40B}"/>
              </a:ext>
            </a:extLst>
          </p:cNvPr>
          <p:cNvGraphicFramePr>
            <a:graphicFrameLocks noGrp="1"/>
          </p:cNvGraphicFramePr>
          <p:nvPr/>
        </p:nvGraphicFramePr>
        <p:xfrm>
          <a:off x="430862" y="3740847"/>
          <a:ext cx="11163043" cy="26340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0259">
                  <a:extLst>
                    <a:ext uri="{9D8B030D-6E8A-4147-A177-3AD203B41FA5}">
                      <a16:colId xmlns:a16="http://schemas.microsoft.com/office/drawing/2014/main" val="233490772"/>
                    </a:ext>
                  </a:extLst>
                </a:gridCol>
                <a:gridCol w="1929799">
                  <a:extLst>
                    <a:ext uri="{9D8B030D-6E8A-4147-A177-3AD203B41FA5}">
                      <a16:colId xmlns:a16="http://schemas.microsoft.com/office/drawing/2014/main" val="4250288535"/>
                    </a:ext>
                  </a:extLst>
                </a:gridCol>
                <a:gridCol w="1435857">
                  <a:extLst>
                    <a:ext uri="{9D8B030D-6E8A-4147-A177-3AD203B41FA5}">
                      <a16:colId xmlns:a16="http://schemas.microsoft.com/office/drawing/2014/main" val="890709144"/>
                    </a:ext>
                  </a:extLst>
                </a:gridCol>
                <a:gridCol w="1004674">
                  <a:extLst>
                    <a:ext uri="{9D8B030D-6E8A-4147-A177-3AD203B41FA5}">
                      <a16:colId xmlns:a16="http://schemas.microsoft.com/office/drawing/2014/main" val="1796278279"/>
                    </a:ext>
                  </a:extLst>
                </a:gridCol>
                <a:gridCol w="2005237">
                  <a:extLst>
                    <a:ext uri="{9D8B030D-6E8A-4147-A177-3AD203B41FA5}">
                      <a16:colId xmlns:a16="http://schemas.microsoft.com/office/drawing/2014/main" val="2450150960"/>
                    </a:ext>
                  </a:extLst>
                </a:gridCol>
                <a:gridCol w="858083">
                  <a:extLst>
                    <a:ext uri="{9D8B030D-6E8A-4147-A177-3AD203B41FA5}">
                      <a16:colId xmlns:a16="http://schemas.microsoft.com/office/drawing/2014/main" val="3818398070"/>
                    </a:ext>
                  </a:extLst>
                </a:gridCol>
                <a:gridCol w="1935150">
                  <a:extLst>
                    <a:ext uri="{9D8B030D-6E8A-4147-A177-3AD203B41FA5}">
                      <a16:colId xmlns:a16="http://schemas.microsoft.com/office/drawing/2014/main" val="478982354"/>
                    </a:ext>
                  </a:extLst>
                </a:gridCol>
                <a:gridCol w="803984">
                  <a:extLst>
                    <a:ext uri="{9D8B030D-6E8A-4147-A177-3AD203B41FA5}">
                      <a16:colId xmlns:a16="http://schemas.microsoft.com/office/drawing/2014/main" val="1022115704"/>
                    </a:ext>
                  </a:extLst>
                </a:gridCol>
              </a:tblGrid>
              <a:tr h="538389">
                <a:tc rowSpan="8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V1(BL)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 TRANSISTORS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240n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 VOLTAGE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 V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979476"/>
                  </a:ext>
                </a:extLst>
              </a:tr>
              <a:tr h="3076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40n 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38530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 TIME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1p 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771714"/>
                  </a:ext>
                </a:extLst>
              </a:tr>
              <a:tr h="47856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V2(BL)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413291"/>
                  </a:ext>
                </a:extLst>
              </a:tr>
              <a:tr h="17094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RISE TIME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1p 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194029"/>
                  </a:ext>
                </a:extLst>
              </a:tr>
              <a:tr h="19481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V1(BLB)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719409"/>
                  </a:ext>
                </a:extLst>
              </a:tr>
              <a:tr h="3076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 CUPLED INVERTERS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120n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FALL TIME 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1p 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127659"/>
                  </a:ext>
                </a:extLst>
              </a:tr>
              <a:tr h="44871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V2(BLB)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PULSE WIDTH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20n 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21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80405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241BAC-88E8-7D5E-92CF-630B85493B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236" t="4818" r="16651" b="3304"/>
          <a:stretch/>
        </p:blipFill>
        <p:spPr>
          <a:xfrm>
            <a:off x="2467154" y="1112807"/>
            <a:ext cx="7694763" cy="471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142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03247D-403F-716C-08E6-022E872079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7453" t="5995" r="23302" b="3809"/>
          <a:stretch/>
        </p:blipFill>
        <p:spPr>
          <a:xfrm>
            <a:off x="3321170" y="1117120"/>
            <a:ext cx="6003985" cy="462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967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B4403A-E3BC-E91C-0DD6-85752CB057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546" t="5755" r="32938" b="3165"/>
          <a:stretch/>
        </p:blipFill>
        <p:spPr>
          <a:xfrm>
            <a:off x="3968151" y="1413510"/>
            <a:ext cx="4208110" cy="4468630"/>
          </a:xfrm>
          <a:prstGeom prst="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815705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67257E-2815-E239-3876-4F9F6E408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1546"/>
            <a:ext cx="12192000" cy="461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4469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C76E28-5F9D-961B-4F33-47D6BE135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1410"/>
            <a:ext cx="12192000" cy="493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585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CD62D0-2E41-5611-F704-99AC1B755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511" y="771944"/>
            <a:ext cx="7117697" cy="49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848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E42555-8796-BA6B-33DD-C7337828E0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778" r="31580"/>
          <a:stretch/>
        </p:blipFill>
        <p:spPr>
          <a:xfrm>
            <a:off x="3752490" y="1186430"/>
            <a:ext cx="4589253" cy="44851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245000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1DB539-44FA-C82E-7D08-04E867C06B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123" t="3744" r="32429"/>
          <a:stretch/>
        </p:blipFill>
        <p:spPr>
          <a:xfrm>
            <a:off x="3916392" y="1354347"/>
            <a:ext cx="4321834" cy="43172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98823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1093D2-7CCE-8E9C-9C2D-545FE4B3ED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689" t="4128" r="31438"/>
          <a:stretch/>
        </p:blipFill>
        <p:spPr>
          <a:xfrm>
            <a:off x="3985404" y="1371600"/>
            <a:ext cx="4373592" cy="42999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432833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AFA13A-FB51-7982-0D02-597CEB699C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778" t="3936" r="32742" b="3167"/>
          <a:stretch/>
        </p:blipFill>
        <p:spPr>
          <a:xfrm>
            <a:off x="140900" y="1475117"/>
            <a:ext cx="3792745" cy="4166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C49C383-5385-ECDC-C2A2-F1F3BB197C6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689" t="4128" r="31438" b="3036"/>
          <a:stretch/>
        </p:blipFill>
        <p:spPr>
          <a:xfrm>
            <a:off x="3933645" y="1475117"/>
            <a:ext cx="3792745" cy="4166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8297C6-EF1B-0524-1F20-744BBC76DE2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123" t="3745" r="32429" b="3874"/>
          <a:stretch/>
        </p:blipFill>
        <p:spPr>
          <a:xfrm>
            <a:off x="7729266" y="1475117"/>
            <a:ext cx="3789869" cy="41665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888204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104D04-4815-7AF7-4FEC-54ABCAC7B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40" y="1554317"/>
            <a:ext cx="10150720" cy="37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6916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DEAD8E-4000-5678-1C7B-4E9D015E2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387" y="776287"/>
            <a:ext cx="675322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756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3598</TotalTime>
  <Words>302</Words>
  <Application>Microsoft Office PowerPoint</Application>
  <PresentationFormat>Widescreen</PresentationFormat>
  <Paragraphs>146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Aptos</vt:lpstr>
      <vt:lpstr>Aptos Display</vt:lpstr>
      <vt:lpstr>Arial</vt:lpstr>
      <vt:lpstr>Times New Roman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20761A0476</dc:creator>
  <cp:lastModifiedBy>20761A0476</cp:lastModifiedBy>
  <cp:revision>54</cp:revision>
  <dcterms:created xsi:type="dcterms:W3CDTF">2024-03-25T04:56:32Z</dcterms:created>
  <dcterms:modified xsi:type="dcterms:W3CDTF">2024-04-19T17:32:16Z</dcterms:modified>
</cp:coreProperties>
</file>